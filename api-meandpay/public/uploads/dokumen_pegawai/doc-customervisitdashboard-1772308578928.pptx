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"/>
  </p:notes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2.xml" Type="http://schemas.openxmlformats.org/officeDocument/2006/relationships/theme"/><Relationship Id="rId11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71" y="1416504"/>
            <a:ext cx="12621858" cy="6955102"/>
          </a:xfrm>
          <a:custGeom>
            <a:avLst/>
            <a:gdLst/>
            <a:ahLst/>
            <a:cxnLst/>
            <a:rect r="r" b="b" t="t" l="l"/>
            <a:pathLst>
              <a:path h="6955102" w="12621858">
                <a:moveTo>
                  <a:pt x="0" y="0"/>
                </a:moveTo>
                <a:lnTo>
                  <a:pt x="12621858" y="0"/>
                </a:lnTo>
                <a:lnTo>
                  <a:pt x="12621858" y="6955102"/>
                </a:lnTo>
                <a:lnTo>
                  <a:pt x="0" y="6955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21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16700" y="2144336"/>
            <a:ext cx="10454601" cy="5998327"/>
          </a:xfrm>
          <a:custGeom>
            <a:avLst/>
            <a:gdLst/>
            <a:ahLst/>
            <a:cxnLst/>
            <a:rect r="r" b="b" t="t" l="l"/>
            <a:pathLst>
              <a:path h="5998327" w="10454601">
                <a:moveTo>
                  <a:pt x="0" y="0"/>
                </a:moveTo>
                <a:lnTo>
                  <a:pt x="10454600" y="0"/>
                </a:lnTo>
                <a:lnTo>
                  <a:pt x="10454600" y="5998328"/>
                </a:lnTo>
                <a:lnTo>
                  <a:pt x="0" y="599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916772"/>
            <a:ext cx="11301259" cy="5975541"/>
          </a:xfrm>
          <a:custGeom>
            <a:avLst/>
            <a:gdLst/>
            <a:ahLst/>
            <a:cxnLst/>
            <a:rect r="r" b="b" t="t" l="l"/>
            <a:pathLst>
              <a:path h="5975541" w="11301259">
                <a:moveTo>
                  <a:pt x="0" y="0"/>
                </a:moveTo>
                <a:lnTo>
                  <a:pt x="11301258" y="0"/>
                </a:lnTo>
                <a:lnTo>
                  <a:pt x="11301258" y="5975541"/>
                </a:lnTo>
                <a:lnTo>
                  <a:pt x="0" y="59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DAHAVCR6pHw</dc:identifier>
  <dcterms:modified xsi:type="dcterms:W3CDTF">2011-08-01T06:04:30Z</dcterms:modified>
  <cp:revision>1</cp:revision>
  <dc:title>Sistem Admin SOP Portal.pptx</dc:title>
</cp:coreProperties>
</file>